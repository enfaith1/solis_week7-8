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1F3B"/>
                </a:solidFill>
                <a:latin typeface="Calibri"/>
              </a:defRPr>
            </a:pPr>
            <a:r>
              <a:rPr sz="1600" b="0" i="0" u="none" strike="noStrike">
                <a:solidFill>
                  <a:srgbClr val="1B1F3B"/>
                </a:solidFill>
                <a:latin typeface="Calibri"/>
              </a:rPr>
              <a:t>Accuracy per epoch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solidFill>
              <a:srgbClr val="6B7280"/>
            </a:solidFill>
            <a:ln w="28575" cap="flat">
              <a:solidFill>
                <a:srgbClr val="6B72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</c:v>
                </c:pt>
                <c:pt idx="1">
                  <c:v>34.5</c:v>
                </c:pt>
                <c:pt idx="2">
                  <c:v>46.2</c:v>
                </c:pt>
                <c:pt idx="3">
                  <c:v>53.5</c:v>
                </c:pt>
                <c:pt idx="4">
                  <c:v>58.7</c:v>
                </c:pt>
                <c:pt idx="5">
                  <c:v>63.5</c:v>
                </c:pt>
                <c:pt idx="6">
                  <c:v>66.9</c:v>
                </c:pt>
                <c:pt idx="7">
                  <c:v>70</c:v>
                </c:pt>
                <c:pt idx="8">
                  <c:v>72.4</c:v>
                </c:pt>
                <c:pt idx="9">
                  <c:v>74.8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solidFill>
              <a:srgbClr val="E8593C"/>
            </a:solidFill>
            <a:ln w="28575" cap="flat">
              <a:solidFill>
                <a:srgbClr val="E859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593C"/>
              </a:solidFill>
              <a:ln w="9525" cap="flat">
                <a:solidFill>
                  <a:srgbClr val="E859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36.3</c:v>
                </c:pt>
                <c:pt idx="1">
                  <c:v>69.2</c:v>
                </c:pt>
                <c:pt idx="2">
                  <c:v>75.3</c:v>
                </c:pt>
                <c:pt idx="3">
                  <c:v>80.3</c:v>
                </c:pt>
                <c:pt idx="4">
                  <c:v>84.3</c:v>
                </c:pt>
                <c:pt idx="5">
                  <c:v>87.1</c:v>
                </c:pt>
                <c:pt idx="6">
                  <c:v>88.7</c:v>
                </c:pt>
                <c:pt idx="7">
                  <c:v>90.1</c:v>
                </c:pt>
                <c:pt idx="8">
                  <c:v>92.8</c:v>
                </c:pt>
                <c:pt idx="9">
                  <c:v>93.1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5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enfaith1/Solis_Week7-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ln w="15875">
            <a:solidFill>
              <a:srgbClr val="E8593C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4937760"/>
            <a:ext cx="2743200" cy="2743200"/>
          </a:xfrm>
          <a:prstGeom prst="ellipse">
            <a:avLst/>
          </a:prstGeom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PROJECT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4203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ASL Sign Language Classifier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7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 trained on the ASL alphabet, deployed for real-time recognition through a Flask webcam app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C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Solis  ·  BSCS 3A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demonstrate an end-to-end computer vision workflow: teach a model to recognize ASL hand signs from images, then run that model live against a webcam.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65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Colab notebook prepares the dataset, trains a CNN, and saves it as a .h5 file.</a:t>
            </a:r>
            <a:endParaRPr lang="en-US" sz="165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inference</a:t>
            </a:r>
            <a:endParaRPr lang="en-US" sz="1650" dirty="0"/>
          </a:p>
          <a:p>
            <a:pPr algn="l"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Flask app loads that model and classifies hand signs from a live webcam feed.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178040" y="1691640"/>
            <a:ext cx="0" cy="420624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52360" y="17830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5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24414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classes recognized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28803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5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29,000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353872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39776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5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93.1%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46360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Sign Language Classifier  ·  Solis BSCS 3A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Alphabet dataset (Kaggle, grassknoted)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309360" cy="6583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9659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 —  A–Z, plus “del”, “nothing”, “space”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6309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243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per class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6243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(capped from the full Kaggle set)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6309360" cy="6583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826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328269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29,000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6309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94106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94106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× 64 pixels, RGB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6309360" cy="65836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5994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split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45994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23,200 / 5,800  (80% / 20%, seed 42)</a:t>
            </a:r>
            <a:endParaRPr lang="en-US" sz="1500" dirty="0"/>
          </a:p>
        </p:txBody>
      </p:sp>
      <p:pic>
        <p:nvPicPr>
          <p:cNvPr id="19" name="Image 0" descr="/home/claude/assets/asl_alphabet_hand_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783080"/>
            <a:ext cx="4142232" cy="319125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360920" y="51663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domain reference chart — not the training images themselves.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Sign Language Classifier  ·  Solis BSCS 3A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pipeline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Kaggle images to a saved Keras model — run once, offline, in Colab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074420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744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classes, 1,000 imgs/class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13055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2948940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489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7797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64×64, RGB, /255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13055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4823460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234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27797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split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20%, seed 42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13055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6697980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979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7797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CNN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 blocks + augmentation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213055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8572500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725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7797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 val. accuracy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213055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29" name="Shape 27"/>
          <p:cNvSpPr/>
          <p:nvPr/>
        </p:nvSpPr>
        <p:spPr>
          <a:xfrm>
            <a:off x="10447020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4470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27797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asl_classifier_model.h5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Sign Language Classifier  ·  Solis BSCS 3A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sequential CNN — three convolution blocks feeding a dense classifier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53896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5389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90956" y="2779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90956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64×64×3 RGB image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619756" y="213055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48456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4845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985516" y="2779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2985516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32→64→128 filters + dropout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14316" y="213055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843016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4301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180076" y="2779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5180076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4,608 features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008876" y="213055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8037576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3757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374636" y="2779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7374636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ReLU, dropout 0.5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03436" y="213055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10232136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3213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569196" y="2779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9569196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29, softmax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160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5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686,941</a:t>
            </a:r>
            <a:endParaRPr lang="en-US" sz="3800" dirty="0"/>
          </a:p>
        </p:txBody>
      </p:sp>
      <p:sp>
        <p:nvSpPr>
          <p:cNvPr id="29" name="Text 27"/>
          <p:cNvSpPr txBox="1"/>
          <p:nvPr/>
        </p:nvSpPr>
        <p:spPr>
          <a:xfrm>
            <a:off x="4480560" y="4818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Sign Language Classifier  ·  Solis BSCS 3A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results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epochs, with augmentation and early stopping</a:t>
            </a:r>
            <a:endParaRPr lang="en-US" sz="16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5836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91640"/>
            <a:ext cx="4160520" cy="1508760"/>
          </a:xfrm>
          <a:prstGeom prst="rect">
            <a:avLst/>
          </a:prstGeom>
          <a:solidFill>
            <a:srgbClr val="FBEAE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80960" y="18288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validation higher than training?
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14884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are augmented (harder to classify); validation images are not. Validation loss kept falling, so this isn’t overfitting.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34290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used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379476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±20°, shift 20%, shear 20%, zoom 20%</a:t>
            </a:r>
            <a:endParaRPr lang="en-US" sz="1400" dirty="0"/>
          </a:p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flip: disabled</a:t>
            </a:r>
            <a:endParaRPr lang="en-US" sz="1400" dirty="0"/>
          </a:p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mirrored hand sign can mean a different letter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Sign Language Classifier  ·  Solis BSCS 3A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inference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runs the saved model against a real-time webcam feed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1453896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5389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90956" y="2779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frame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90956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capture, BGR→RGB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619756" y="213055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3648456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4845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985516" y="2779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hand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2985516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MediaPipe, 1 hand tracked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14316" y="213055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843016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4301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180076" y="2779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&amp; resize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5180076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+20px margin, 64×64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008876" y="213055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8037576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3757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374636" y="2779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predicts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7374636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asl_classifier_model.h5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03436" y="213055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300" dirty="0"/>
          </a:p>
        </p:txBody>
      </p:sp>
      <p:sp>
        <p:nvSpPr>
          <p:cNvPr id="24" name="Shape 22"/>
          <p:cNvSpPr/>
          <p:nvPr/>
        </p:nvSpPr>
        <p:spPr>
          <a:xfrm>
            <a:off x="10232136" y="2148840"/>
            <a:ext cx="502920" cy="502920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23213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569196" y="2779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to browser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9569196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MJPEG at /video_feed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480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predicted letter and confidence, e.g. “A (0.95)”, overlaid on the video.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Sign Language Classifier  ·  Solis BSCS 3A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2112264"/>
            <a:ext cx="128016" cy="128016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" y="203911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44144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450" dirty="0"/>
          </a:p>
          <a:p>
            <a:pPr algn="l"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3630168" y="2112264"/>
            <a:ext cx="128016" cy="128016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49624" y="203911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244144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450" dirty="0"/>
          </a:p>
          <a:p>
            <a:pPr algn="l"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510528" y="2112264"/>
            <a:ext cx="128016" cy="128016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9984" y="203911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244144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189720" y="1874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9390888" y="2112264"/>
            <a:ext cx="128016" cy="128016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10344" y="203911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9390888" y="2441448"/>
            <a:ext cx="2203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/ Drive</a:t>
            </a:r>
            <a:endParaRPr lang="en-US" sz="1450" dirty="0"/>
          </a:p>
          <a:p>
            <a:pPr algn="l"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kagglehub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94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ties every stage together, from dataset prep to the served web page.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94415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5262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versions pinned in requirements.txt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828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2.17.0   ·   MediaPipe 0.10.14   ·   OpenCV (contrib) 4.10.0.84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Sign Language Classifier  ·  Solis BSCS 3A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to keep in mind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solidFill>
            <a:srgbClr val="FBEA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93.1% is validation accuracy on the notebook’s held-out set — not a guarantee of real-world webcam accuracy.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98064"/>
            <a:ext cx="109728" cy="109728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Single-hand only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26700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is configured for max_num_hands = 1.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4472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input distribution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4472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crops differ from the clean dataset images — lighting, background, framing all vary.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352544"/>
            <a:ext cx="109728" cy="109728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224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≠ correctness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422452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displayed value is a softmax probability, not a correctness guarantee.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129784"/>
            <a:ext cx="109728" cy="109728"/>
          </a:xfrm>
          <a:prstGeom prst="ellipse">
            <a:avLst/>
          </a:prstGeom>
          <a:solidFill>
            <a:srgbClr val="E859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01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Letters, not sentences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500176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one of 29 signs per frame; no language model or word segmentation.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Sign Language Classifier  ·  Solis BSCS 3A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657600" cy="3657600"/>
          </a:xfrm>
          <a:prstGeom prst="ellipse">
            <a:avLst/>
          </a:prstGeom>
          <a:ln w="15875">
            <a:solidFill>
              <a:srgbClr val="E8593C">
                <a:alpha val="6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7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5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90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classes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5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29,000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4590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5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93.1%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45902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C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u="sng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xmlns:r="http://schemas.openxmlformats.org/officeDocument/2006/relationships" r:id="rId3"/>
              </a:rPr>
              <a:t>github.com/enfaith1/Solis_Week7-8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2026-09-11T01:34:08Z</dcterms:created>
  <dcterms:modified xsi:type="dcterms:W3CDTF">2026-09-11T01:34:08Z</dcterms:modified>
</cp:coreProperties>
</file>